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9438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7658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1364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80427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0680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249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34336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9088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1491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65999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32527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88058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6901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3882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60247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99707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3518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27B77C6-074B-4A71-A9B7-16F6872D713B}" type="datetimeFigureOut">
              <a:rPr lang="en-PH" smtClean="0"/>
              <a:t>14/04/2025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412D4E9-1A18-47BE-A25F-88E6566E61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0667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3B62-6558-325A-1308-D3D926E2ED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Assessment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66598-20BE-9E7C-D752-1C0C5BDD18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1D2125"/>
                </a:solidFill>
                <a:effectLst/>
                <a:latin typeface="Open Sans" panose="020B0606030504020204" pitchFamily="34" charset="0"/>
              </a:rPr>
              <a:t>BCDE211 Best Programming Practices (Web and Mobile Development)</a:t>
            </a:r>
          </a:p>
          <a:p>
            <a:r>
              <a:rPr lang="en-US" sz="2000" b="1" dirty="0">
                <a:solidFill>
                  <a:srgbClr val="1D2125"/>
                </a:solidFill>
                <a:latin typeface="Open Sans" panose="020B0606030504020204" pitchFamily="34" charset="0"/>
              </a:rPr>
              <a:t>User Story and UML Class Diagram</a:t>
            </a:r>
            <a:endParaRPr lang="en-US" sz="2000" b="1" i="0" dirty="0">
              <a:solidFill>
                <a:srgbClr val="1D2125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34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3AFEB-DFF8-7E4E-D3C8-C28B353C7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User Story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DE62E-370B-CF4F-2EA8-6B95B70B4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66465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Workout Container (</a:t>
            </a:r>
            <a:r>
              <a:rPr lang="en-PH" sz="1800" b="1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WorkoutManager</a:t>
            </a: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class)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a user, a centralized workout manager would be helpful so all training sessions can be accessed and managed in one place.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Add a Workout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a user, I think I can manage the new training sessions more easily and accurately with a pre-filled form with default values and input validation.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Sort Workouts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a user, an app that can sort based on type and date would be helpful for easy organization and effective review of all my workouts.</a:t>
            </a:r>
          </a:p>
        </p:txBody>
      </p:sp>
    </p:spTree>
    <p:extLst>
      <p:ext uri="{BB962C8B-B14F-4D97-AF65-F5344CB8AC3E}">
        <p14:creationId xmlns:p14="http://schemas.microsoft.com/office/powerpoint/2010/main" val="12513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4E19C-F901-5932-A2B8-B454A4849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Search/Filter Workouts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a user, I want to search for or filter workouts based on categories, so that I can find may session easily.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Delete a Workout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a user, I want to delete the workouts that I don't need anymore, to be able to see those that I only need.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Save to Local Storage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As a user, I want an automatic Local Storage, so my workouts can be saved between sessions</a:t>
            </a:r>
          </a:p>
          <a:p>
            <a:pPr lvl="1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1764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92CF5-BFED-06FF-5949-3165758E6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Load from </a:t>
            </a:r>
            <a:r>
              <a:rPr lang="en-PH" sz="1800" b="1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endParaRPr lang="en-PH" sz="1800" b="1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a user, I want an app that automatically loads the workouts that I saved from the Local Storage as soon as it starts to make sure that I don't lose my data.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Edit a Workout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a user, I would want to revise or correct any mistakes by updating the details.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 Revert Changes During Edit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a user, I want to cancel any changes during editing so no unwanted details will be saved.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240440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B80AA-F283-A51C-54CF-5C4906A8F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10. Input Validation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As a user, I want an app that only updates valid data.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11. Calculation Within a Workout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a user, I want to evaluate the performance for the session of each workout be calculated.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12. Calculation Across Workouts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a user, I want the app to track the overall progress by calculating the total distance and duration of all workouts.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720610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32E50-C039-29CE-702A-A23BDB11F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13. Default Values for New Workout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a user, I want to include the default values to be included in the new workout.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14. Get All Workouts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a user, I think it would be useful to have a system where I can get a list of all my workouts for me to track the training history.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15. CRUD via Database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a user, I want an adjustable storage to save my workouts, to easily and securely manage larger data sets.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99410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2A5FD-B297-384C-1DAB-F4E519EF3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PH" sz="1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16. Handle Errors and Edge Cases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a user, I want an app that can handle errors effectively and must not crash and lose the data.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48419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CC687-D39F-876B-8BD9-3E2E2B22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UML Class Diagram</a:t>
            </a:r>
          </a:p>
        </p:txBody>
      </p:sp>
      <p:pic>
        <p:nvPicPr>
          <p:cNvPr id="4" name="Content Placeholder 3" descr="A diagram of a workflow&#10;&#10;AI-generated content may be incorrect.">
            <a:extLst>
              <a:ext uri="{FF2B5EF4-FFF2-40B4-BE49-F238E27FC236}">
                <a16:creationId xmlns:a16="http://schemas.microsoft.com/office/drawing/2014/main" id="{4FC014B9-FEEB-224E-A05D-B9E37B2CE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56769" y="2667000"/>
            <a:ext cx="6273800" cy="3124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81818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16</TotalTime>
  <Words>501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Corbel</vt:lpstr>
      <vt:lpstr>Open Sans</vt:lpstr>
      <vt:lpstr>Parallax</vt:lpstr>
      <vt:lpstr>Assessment 2</vt:lpstr>
      <vt:lpstr>User Story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UML Class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 Gamboa [jeg0498]</dc:creator>
  <cp:lastModifiedBy>J Gamboa [jeg0498]</cp:lastModifiedBy>
  <cp:revision>1</cp:revision>
  <dcterms:created xsi:type="dcterms:W3CDTF">2025-04-13T20:30:05Z</dcterms:created>
  <dcterms:modified xsi:type="dcterms:W3CDTF">2025-04-13T20:47:01Z</dcterms:modified>
</cp:coreProperties>
</file>